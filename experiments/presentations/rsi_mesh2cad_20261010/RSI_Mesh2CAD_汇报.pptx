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定位：当前实现是 mesh 到隐式 CSG 的阶段性原型，并非完整工业 CAD 历史恢复。问题是研究问题，不是已证明结论。输入示例为 mesh_to_implicit_primitives/data/meshes/Voron_X_Motor_Mount_A.stl。现有六类基元：box、sphere、cylinder、cone/frustum、torus、capsule。产物为 JSON CSG 和原坐标系 STL。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[1] UCSG-Net — Unsupervised Discovering of Constructive Solid Geometry Tree. Kania, Zięba &amp; Kajdanowicz, NeurIPS 2020. https://arxiv.org/abs/2006.09102 DOI: 10.48550/arXiv.2006.09102</a:t>
            </a:r>
          </a:p>
          <a:p/>
          <a:p>
            <a:r>
              <a:t>[2] CAD-Recode: Reverse Engineering CAD Code from Point Clouds. Rukhovich et al., ICCV 2025. https://arxiv.org/abs/2412.14042 DOI: 10.48550/arXiv.2412.14042</a:t>
            </a:r>
          </a:p>
          <a:p/>
          <a:p>
            <a:r>
              <a:t>[3] StepCAD: Mesh-to-CAD Code Generation via LLM Policy and Geometry-Guided Search. Nehme &amp; Ahmed, arXiv 2026. https://arxiv.org/abs/2610.03799 DOI: 10.48550/arXiv.2610.03799</a:t>
            </a:r>
          </a:p>
          <a:p/>
          <a:p>
            <a:r>
              <a:t>[4] RSIAgent: Autonomous Exploration for Recursive Self-improvement in New Environments. Zhu et al., arXiv 2026. https://arxiv.org/abs/2609.15364 DOI: 10.48550/arXiv.2609.15364</a:t>
            </a:r>
          </a:p>
          <a:p>
            <a:r>
              <a:t>核对日期：2026-10-10。来源为官方 arXiv 摘要及 RSIAgent 上游 README。这里只比较研究路线，不搬用论文分数作为本项目结果；StepCAD 为预印本。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实现证据：rsi_mesh/pipeline.py、runtime.py 和 configs/rsi_standard.yaml。调用上游 evolve_parallel_phase1、run_self_evolving_loop、core.loop.run_attempt。课程 Actor 只见合成 mesh，不见生成树。Verifier 不读取 Actor 记忆，但各角色使用同一模型，因此不是跨模型独立性。最终评分为96³，保留48³历史口径。所有案例学习预算2小时、最终30分钟。来源 [4] https://arxiv.org/abs/2609.15364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数据来源：rsi_runs/standard_9_20261009_trial01/cases/*/result.json 和 usage.jsonl。7个completed案例的96³ IoU均&gt;=0.95且表面P95/对角线&lt;=0.01。两例无最终分数，不能从分母剔除。选择性展示hard_109857是案例可视化，不是最佳整体质量证明。九例共11,756,251 tokens，官方标准价估算32.520142美元，含中断案例的已记录用量。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数据来源：voron_motor_mount_trial01 与 voron_motor_mount_48_trial01 的 final/metrics.json、result.json 和 usage.jsonl。精确96³ IoU分别0.9367009335、0.9430131174，差0.0063121839。上限48实验树深也从12增加到16；课程和采样执行轨迹不同，无因果消融结论。单一斜视仅辅助展示，完整多视角比较见原报告。第一轮4,175,668 tokens，估算6.688496美元；第二轮3,470,814 tokens，估算6.046386美元。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未来计划源自本次项目讨论，用户随后明确暂停新实验。尚未实现圆角基元、新细节检查和预算扩展。收费来源：https://developers.openai.com/api/docs/models/gpt-5.6-sol ，查询2026-10-10。每百万token普通输入4美元、缓存读0.40美元、缓存写5美元、输出20美元；推理已计入输出。三次已完成实验总计19,402,733 tokens，估算45.2550228美元。此处不包含预检、合成验收及开发调用。PPT由academic-research-suite的证据核查与可视化原则整理；未运行跨模型审稿。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006.09102" TargetMode="External"/><Relationship Id="rId3" Type="http://schemas.openxmlformats.org/officeDocument/2006/relationships/hyperlink" Target="https://arxiv.org/abs/2412.14042" TargetMode="External"/><Relationship Id="rId4" Type="http://schemas.openxmlformats.org/officeDocument/2006/relationships/hyperlink" Target="https://arxiv.org/abs/2610.03799" TargetMode="External"/><Relationship Id="rId5" Type="http://schemas.openxmlformats.org/officeDocument/2006/relationships/hyperlink" Target="https://arxiv.org/abs/2609.15364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238125"/>
            <a:ext cx="10953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7F78"/>
                </a:solidFill>
                <a:latin typeface="Microsoft YaHei"/>
                <a:ea typeface="Microsoft YaHei"/>
              </a:rPr>
              <a:t>RSI × MESH2CAD   /  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628650"/>
            <a:ext cx="1133475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243B"/>
                </a:solidFill>
                <a:latin typeface="Microsoft YaHei"/>
                <a:ea typeface="Microsoft YaHei"/>
              </a:rPr>
              <a:t>从三角网格，到可编辑的几何程序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1200150"/>
            <a:ext cx="112395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</a:rPr>
              <a:t>基于 RSI 的 Mesh2CAD：用执行反馈与经验记忆，搜索几何构造过程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6534150"/>
            <a:ext cx="10668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536477"/>
                </a:solidFill>
                <a:latin typeface="Microsoft YaHei"/>
                <a:ea typeface="Microsoft YaHei"/>
              </a:rPr>
              <a:t>阶段性研究汇报  ·  2026.10.10  ·  数值来自本地实验，非标准榜单成绩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515100"/>
            <a:ext cx="571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76C9B"/>
                </a:solidFill>
                <a:latin typeface="Microsoft YaHei"/>
                <a:ea typeface="Microsoft YaHei"/>
              </a:rPr>
              <a:t>01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" y="1857375"/>
            <a:ext cx="5334000" cy="376237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2047875"/>
            <a:ext cx="485775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76C9B"/>
                </a:solidFill>
                <a:latin typeface="Microsoft YaHei"/>
                <a:ea typeface="Microsoft YaHei"/>
              </a:rPr>
              <a:t>输入：STL / OBJ 三角网格</a:t>
            </a:r>
          </a:p>
        </p:txBody>
      </p:sp>
      <p:pic>
        <p:nvPicPr>
          <p:cNvPr id="10" name="Picture 9" descr="voron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142" y="2457450"/>
            <a:ext cx="2834465" cy="2762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6750" y="5248275"/>
            <a:ext cx="48577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36477"/>
                </a:solidFill>
                <a:latin typeface="Microsoft YaHei"/>
                <a:ea typeface="Microsoft YaHei"/>
              </a:rPr>
              <a:t>示例：Voron 电机支架的真实 mesh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2933700"/>
            <a:ext cx="428625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7"/>
              </a:lnSpc>
              <a:spcBef>
                <a:spcPts val="0"/>
              </a:spcBef>
              <a:spcAft>
                <a:spcPts val="0"/>
              </a:spcAft>
            </a:pPr>
            <a:r>
              <a:rPr sz="2850" b="0">
                <a:solidFill>
                  <a:srgbClr val="007F7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1857375"/>
            <a:ext cx="5095875" cy="376237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5625" y="2066924"/>
            <a:ext cx="4619625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76C9B"/>
                </a:solidFill>
                <a:latin typeface="Microsoft YaHei"/>
                <a:ea typeface="Microsoft YaHei"/>
              </a:rPr>
              <a:t>输出：参数化 CSG 树 + STL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2647950"/>
            <a:ext cx="4495800" cy="1619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2243B"/>
                </a:solidFill>
                <a:latin typeface="Microsoft YaHei"/>
                <a:ea typeface="Microsoft YaHei"/>
              </a:rPr>
              <a:t>选择基元与布尔关系</a:t>
            </a:r>
          </a:p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2243B"/>
                </a:solidFill>
                <a:latin typeface="Microsoft YaHei"/>
                <a:ea typeface="Microsoft YaHei"/>
              </a:rPr>
              <a:t>拟合位置、旋转和尺寸</a:t>
            </a:r>
          </a:p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2243B"/>
                </a:solidFill>
                <a:latin typeface="Microsoft YaHei"/>
                <a:ea typeface="Microsoft YaHei"/>
              </a:rPr>
              <a:t>执行、验证、修改几何程序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5625" y="4181475"/>
            <a:ext cx="4619625" cy="1152525"/>
          </a:xfrm>
          <a:prstGeom prst="roundRect">
            <a:avLst/>
          </a:prstGeom>
          <a:solidFill>
            <a:srgbClr val="E6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0" y="4314825"/>
            <a:ext cx="4352925" cy="962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六类基元 × 并 / 差 / 交</a:t>
            </a:r>
          </a:p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目标：几何准确、结构简洁、结果可复现</a:t>
            </a:r>
          </a:p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当前输出不含 STEP / 原始 CAD 时间线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625" y="5810250"/>
            <a:ext cx="11334750" cy="447675"/>
          </a:xfrm>
          <a:prstGeom prst="round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550" y="5895975"/>
            <a:ext cx="110490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核心问题：固定模型参数，能否通过课程练习和记忆改善 mesh → CSG 重建？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238125"/>
            <a:ext cx="10953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7F78"/>
                </a:solidFill>
                <a:latin typeface="Microsoft YaHei"/>
                <a:ea typeface="Microsoft YaHei"/>
              </a:rPr>
              <a:t>RSI × MESH2CAD   /   相关工作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628650"/>
            <a:ext cx="1133475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243B"/>
                </a:solidFill>
                <a:latin typeface="Microsoft YaHei"/>
                <a:ea typeface="Microsoft YaHei"/>
              </a:rPr>
              <a:t>几何表示、代码生成与经验学习，是三条互补路线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1200150"/>
            <a:ext cx="112395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</a:rPr>
              <a:t>本项目探索 RSI 在几何重建中的适配；尚未与这些方法进行同条件定量比较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6534150"/>
            <a:ext cx="10668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536477"/>
                </a:solidFill>
                <a:latin typeface="Microsoft YaHei"/>
                <a:ea typeface="Microsoft YaHei"/>
              </a:rPr>
              <a:t>阶段性研究汇报  ·  2026.10.10  ·  数值来自本地实验，非标准榜单成绩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515100"/>
            <a:ext cx="571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76C9B"/>
                </a:solidFill>
                <a:latin typeface="Microsoft YaHei"/>
                <a:ea typeface="Microsoft YaHei"/>
              </a:rPr>
              <a:t>02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" y="1819275"/>
            <a:ext cx="11334750" cy="723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75" y="2000250"/>
            <a:ext cx="24384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UCSG-Net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4675" y="2038349"/>
            <a:ext cx="16573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07F78"/>
                </a:solidFill>
                <a:latin typeface="Microsoft YaHei"/>
                <a:ea typeface="Microsoft YaHei"/>
              </a:rPr>
              <a:t>CSG 表示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8225" y="1971675"/>
            <a:ext cx="67437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学习基元参数和布尔树结构；不依赖完整树监督。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" y="2657475"/>
            <a:ext cx="11334750" cy="723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75" y="2838450"/>
            <a:ext cx="24384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CAD-Recode 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4675" y="2876550"/>
            <a:ext cx="16573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07F78"/>
                </a:solidFill>
                <a:latin typeface="Microsoft YaHei"/>
                <a:ea typeface="Microsoft YaHei"/>
              </a:rPr>
              <a:t>CAD 代码生成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8225" y="2809875"/>
            <a:ext cx="67437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点云 → Python 草图 / 拉伸程序；使用训练后的模型。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625" y="3495675"/>
            <a:ext cx="11334750" cy="723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75" y="3676649"/>
            <a:ext cx="24384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StepCAD 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4675" y="3714750"/>
            <a:ext cx="16573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07F78"/>
                </a:solidFill>
                <a:latin typeface="Microsoft YaHei"/>
                <a:ea typeface="Microsoft YaHei"/>
              </a:rPr>
              <a:t>几何引导搜索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8225" y="3648075"/>
            <a:ext cx="67437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目标及中间几何条件下生成动作，用 IoU 引导程序搜索。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625" y="4333875"/>
            <a:ext cx="11334750" cy="723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075" y="4514850"/>
            <a:ext cx="24384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RSIAgent [4]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4675" y="4552950"/>
            <a:ext cx="16573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07F78"/>
                </a:solidFill>
                <a:latin typeface="Microsoft YaHei"/>
                <a:ea typeface="Microsoft YaHei"/>
              </a:rPr>
              <a:t>经验与记忆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8225" y="4486275"/>
            <a:ext cx="67437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课程、执行和验证形成闭环；冻结记忆后复用，不更新权重。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" y="5334000"/>
            <a:ext cx="11334750" cy="447675"/>
          </a:xfrm>
          <a:prstGeom prst="round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550" y="5419725"/>
            <a:ext cx="110490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本项目：复用 RSI 调度框架，新增 CSG 工具、合成几何课程和独立数值验证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50" y="5905500"/>
            <a:ext cx="55721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hlinkClick r:id="rId2"/>
              </a:rPr>
              <a:t>[1] Kania · arXiv:2006.09102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150" y="5905500"/>
            <a:ext cx="55721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hlinkClick r:id="rId3"/>
              </a:rPr>
              <a:t>[2] Rukhovich et al. · arXiv:2412.14042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" y="6143625"/>
            <a:ext cx="55721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hlinkClick r:id="rId4"/>
              </a:rPr>
              <a:t>[3] Nehme &amp; Ahmed · arXiv:2610.03799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150" y="6143625"/>
            <a:ext cx="5572125" cy="238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536477"/>
                </a:solidFill>
                <a:latin typeface="Microsoft YaHei"/>
                <a:ea typeface="Microsoft YaHei"/>
                <a:hlinkClick r:id="rId5"/>
              </a:rPr>
              <a:t>[4] Zhu et al. · arXiv:2609.15364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238125"/>
            <a:ext cx="10953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7F78"/>
                </a:solidFill>
                <a:latin typeface="Microsoft YaHei"/>
                <a:ea typeface="Microsoft YaHei"/>
              </a:rPr>
              <a:t>RSI × MESH2CAD   /   方法流程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628650"/>
            <a:ext cx="1133475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243B"/>
                </a:solidFill>
                <a:latin typeface="Microsoft YaHei"/>
                <a:ea typeface="Microsoft YaHei"/>
              </a:rPr>
              <a:t>先广泛练习，再针对目标学习，最后冻结记忆重建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1200150"/>
            <a:ext cx="112395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</a:rPr>
              <a:t>Curriculum 设计练习 · Actor 写程序并执行 · Verifier 独立检查结果 [4]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6534150"/>
            <a:ext cx="10668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536477"/>
                </a:solidFill>
                <a:latin typeface="Microsoft YaHei"/>
                <a:ea typeface="Microsoft YaHei"/>
              </a:rPr>
              <a:t>阶段性研究汇报  ·  2026.10.10  ·  数值来自本地实验，非标准榜单成绩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515100"/>
            <a:ext cx="571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76C9B"/>
                </a:solidFill>
                <a:latin typeface="Microsoft YaHei"/>
                <a:ea typeface="Microsoft YaHei"/>
              </a:rPr>
              <a:t>03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" y="1924049"/>
            <a:ext cx="3524250" cy="24288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125" y="2085975"/>
            <a:ext cx="5715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7F7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600325"/>
            <a:ext cx="3219450" cy="409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BRS：广泛探索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3086100"/>
            <a:ext cx="3219450" cy="1228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合成多样几何练习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最多 8 项，并行 2 项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同一初始记忆 → 独立验证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原 Actor 按顺序整理经验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3875" y="1924049"/>
            <a:ext cx="3524250" cy="24288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375" y="2085975"/>
            <a:ext cx="5715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7F7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75" y="2600325"/>
            <a:ext cx="3219450" cy="409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DRS：目标驱动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3086100"/>
            <a:ext cx="3219450" cy="1228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重建当前目标 → 验证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若有缺陷，补充针对性练习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更新记忆后由新 Actor 再试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当前最多 4 个目标周期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9124" y="1924049"/>
            <a:ext cx="3524250" cy="24288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9625" y="2085975"/>
            <a:ext cx="5715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007F7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9625" y="2600325"/>
            <a:ext cx="3219450" cy="409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6C9B"/>
                </a:solidFill>
                <a:latin typeface="Microsoft YaHei"/>
                <a:ea typeface="Microsoft YaHei"/>
              </a:rPr>
              <a:t>冻结记忆与评估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9625" y="3086100"/>
            <a:ext cx="3219450" cy="1228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新 Actor / 新执行环境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记忆只读，最多 3 次修订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先完成工作阶段验证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再运行独立最终评分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0025" y="2952750"/>
            <a:ext cx="3048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7F7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5275" y="2952750"/>
            <a:ext cx="3048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7F7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625" y="4581525"/>
            <a:ext cx="11334750" cy="1076325"/>
          </a:xfrm>
          <a:prstGeom prst="roundRect">
            <a:avLst/>
          </a:prstGeom>
          <a:solidFill>
            <a:srgbClr val="E6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125" y="4743450"/>
            <a:ext cx="5238750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243B"/>
                </a:solidFill>
                <a:latin typeface="Microsoft YaHei"/>
                <a:ea typeface="Microsoft YaHei"/>
              </a:rPr>
              <a:t>记忆：文本笔记与脚本，不更新模型权重</a:t>
            </a:r>
          </a:p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2243B"/>
                </a:solidFill>
                <a:latin typeface="Microsoft YaHei"/>
                <a:ea typeface="Microsoft YaHei"/>
              </a:rPr>
              <a:t>每个 case 独立学习，不共享前例记忆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300" y="4743450"/>
            <a:ext cx="5372100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执行：Docker 中分析 / 优化 / 导出 mesh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模型：azure/gpt-5.6-sol，角色上下文隔离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8625" y="5857875"/>
            <a:ext cx="11334750" cy="447675"/>
          </a:xfrm>
          <a:prstGeom prst="round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0550" y="5943600"/>
            <a:ext cx="110490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当前验证：64³ IoU ≥ 0.95 + 表面 P95 ≤ 对角线的 1% + 网格闭合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238125"/>
            <a:ext cx="10953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7F78"/>
                </a:solidFill>
                <a:latin typeface="Microsoft YaHei"/>
                <a:ea typeface="Microsoft YaHei"/>
              </a:rPr>
              <a:t>RSI × MESH2CAD   /   实验结果 · 九例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628650"/>
            <a:ext cx="1133475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243B"/>
                </a:solidFill>
                <a:latin typeface="Microsoft YaHei"/>
                <a:ea typeface="Microsoft YaHei"/>
              </a:rPr>
              <a:t>9 个样例中，7 个完成全流程并通过最终几何门槛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1200150"/>
            <a:ext cx="112395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</a:rPr>
              <a:t>Fusion360 Gallery 项目内选取样例：easy / medium / hard 各 3 个，单次运行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6534150"/>
            <a:ext cx="10668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536477"/>
                </a:solidFill>
                <a:latin typeface="Microsoft YaHei"/>
                <a:ea typeface="Microsoft YaHei"/>
              </a:rPr>
              <a:t>阶段性研究汇报  ·  2026.10.10  ·  数值来自本地实验，非标准榜单成绩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515100"/>
            <a:ext cx="571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76C9B"/>
                </a:solidFill>
                <a:latin typeface="Microsoft YaHei"/>
                <a:ea typeface="Microsoft YaHei"/>
              </a:rPr>
              <a:t>04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" y="1800225"/>
            <a:ext cx="3609975" cy="8191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" y="1876425"/>
            <a:ext cx="13335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F78"/>
                </a:solidFill>
                <a:latin typeface="Microsoft YaHei"/>
                <a:ea typeface="Microsoft YaHei"/>
              </a:rPr>
              <a:t>7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2150" y="2047875"/>
            <a:ext cx="1981199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全流程完成并达标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5775" y="1800225"/>
            <a:ext cx="3609975" cy="8191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700" y="1876425"/>
            <a:ext cx="13335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F78"/>
                </a:solidFill>
                <a:latin typeface="Microsoft YaHei"/>
                <a:ea typeface="Microsoft YaHei"/>
              </a:rPr>
              <a:t>3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0" y="2047875"/>
            <a:ext cx="1981199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hard 样例达标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399" y="1800225"/>
            <a:ext cx="3609975" cy="8191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5325" y="1876425"/>
            <a:ext cx="1333500" cy="552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7F78"/>
                </a:solidFill>
                <a:latin typeface="Microsoft YaHei"/>
                <a:ea typeface="Microsoft YaHei"/>
              </a:rPr>
              <a:t>$32.52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6925" y="2047875"/>
            <a:ext cx="1981199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九例模型费用估算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47975"/>
            <a:ext cx="523875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76C9B"/>
                </a:solidFill>
                <a:latin typeface="Microsoft YaHei"/>
                <a:ea typeface="Microsoft YaHei"/>
              </a:rPr>
              <a:t>最终 IoU（96³）与基元数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625" y="3248025"/>
            <a:ext cx="5095875" cy="304800"/>
          </a:xfrm>
          <a:prstGeom prst="rect">
            <a:avLst/>
          </a:prstGeom>
          <a:solidFill>
            <a:srgbClr val="E6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3276600"/>
            <a:ext cx="2143125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2243B"/>
                </a:solidFill>
                <a:latin typeface="Microsoft YaHei"/>
                <a:ea typeface="Microsoft YaHei"/>
              </a:rPr>
              <a:t>样例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0" y="3276600"/>
            <a:ext cx="1238250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2243B"/>
                </a:solidFill>
                <a:latin typeface="Microsoft YaHei"/>
                <a:ea typeface="Microsoft YaHei"/>
              </a:rPr>
              <a:t>IoU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0999" y="3276600"/>
            <a:ext cx="1143000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2243B"/>
                </a:solidFill>
                <a:latin typeface="Microsoft YaHei"/>
                <a:ea typeface="Microsoft YaHei"/>
              </a:rPr>
              <a:t>基元数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3600450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easy_110956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7500" y="3600450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0.9992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0999" y="3600450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3905249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medium_132948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7500" y="3905249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0.9892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0999" y="3905249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210050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medium_140224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0" y="4210050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0.9882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0999" y="4210050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" y="4514850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medium_62111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7500" y="4514850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0.9930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0999" y="4514850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819650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hard_109857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0" y="4819650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0.9839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0999" y="4819650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124450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hard_138244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7500" y="5124450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0.9546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0999" y="5124450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5429250"/>
            <a:ext cx="22288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hard_96174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57500" y="5429250"/>
            <a:ext cx="128587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0.9932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90999" y="5429250"/>
            <a:ext cx="1047749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2243B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05500" y="2819400"/>
            <a:ext cx="5857875" cy="29432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6475" y="2943225"/>
            <a:ext cx="542925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6C9B"/>
                </a:solidFill>
                <a:latin typeface="Microsoft YaHei"/>
                <a:ea typeface="Microsoft YaHei"/>
              </a:rPr>
              <a:t>hard_109857：22 个基元，IoU 0.9839</a:t>
            </a:r>
          </a:p>
        </p:txBody>
      </p:sp>
      <p:pic>
        <p:nvPicPr>
          <p:cNvPr id="45" name="Picture 44" descr="hard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887" y="3362325"/>
            <a:ext cx="2143125" cy="2143125"/>
          </a:xfrm>
          <a:prstGeom prst="rect">
            <a:avLst/>
          </a:prstGeom>
        </p:spPr>
      </p:pic>
      <p:pic>
        <p:nvPicPr>
          <p:cNvPr id="46" name="Picture 45" descr="hard_out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962" y="3362325"/>
            <a:ext cx="2143125" cy="21431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58000" y="5429250"/>
            <a:ext cx="152400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</a:rPr>
              <a:t>输入 mesh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0250" y="5429250"/>
            <a:ext cx="18097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</a:rPr>
              <a:t>重建 mesh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675" y="5867400"/>
            <a:ext cx="11239500" cy="542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B65424"/>
                </a:solidFill>
                <a:latin typeface="Microsoft YaHei"/>
                <a:ea typeface="Microsoft YaHei"/>
              </a:rPr>
              <a:t>两例中断：easy_129012 网格导出不闭合；easy_23853 最终阶段遇到服务 502/503。</a:t>
            </a:r>
          </a:p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B65424"/>
                </a:solidFill>
                <a:latin typeface="Microsoft YaHei"/>
                <a:ea typeface="Microsoft YaHei"/>
              </a:rPr>
              <a:t>结果显示流程可行；尚无同预算无 RSI 对照，不能据此认定 RSI 带来提升。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238125"/>
            <a:ext cx="10953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7F78"/>
                </a:solidFill>
                <a:latin typeface="Microsoft YaHei"/>
                <a:ea typeface="Microsoft YaHei"/>
              </a:rPr>
              <a:t>RSI × MESH2CAD   /   实验结果 · Voron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628650"/>
            <a:ext cx="1133475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243B"/>
                </a:solidFill>
                <a:latin typeface="Microsoft YaHei"/>
                <a:ea typeface="Microsoft YaHei"/>
              </a:rPr>
              <a:t>提高上限，未充分转化为更细的几何表达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1200150"/>
            <a:ext cx="112395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</a:rPr>
              <a:t>同一 STL；两轮独立学习。两轮 64³ 验证均 PASS，但最终 96³ IoU 均 &lt; 0.95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6534150"/>
            <a:ext cx="10668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536477"/>
                </a:solidFill>
                <a:latin typeface="Microsoft YaHei"/>
                <a:ea typeface="Microsoft YaHei"/>
              </a:rPr>
              <a:t>阶段性研究汇报  ·  2026.10.10  ·  数值来自本地实验，非标准榜单成绩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515100"/>
            <a:ext cx="571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76C9B"/>
                </a:solidFill>
                <a:latin typeface="Microsoft YaHei"/>
                <a:ea typeface="Microsoft YaHei"/>
              </a:rPr>
              <a:t>05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" y="1771650"/>
            <a:ext cx="3619500" cy="24479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866899"/>
            <a:ext cx="3333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6C9B"/>
                </a:solidFill>
                <a:latin typeface="Microsoft YaHei"/>
                <a:ea typeface="Microsoft YaHei"/>
              </a:rPr>
              <a:t>输入 mesh</a:t>
            </a:r>
          </a:p>
        </p:txBody>
      </p:sp>
      <p:pic>
        <p:nvPicPr>
          <p:cNvPr id="10" name="Picture 9" descr="voron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95" y="2238375"/>
            <a:ext cx="1896159" cy="18478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86250" y="1771650"/>
            <a:ext cx="3619500" cy="24479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125" y="1866899"/>
            <a:ext cx="3333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6C9B"/>
                </a:solidFill>
                <a:latin typeface="Microsoft YaHei"/>
                <a:ea typeface="Microsoft YaHei"/>
              </a:rPr>
              <a:t>上限 24：实际 20 个基元</a:t>
            </a:r>
          </a:p>
        </p:txBody>
      </p:sp>
      <p:pic>
        <p:nvPicPr>
          <p:cNvPr id="13" name="Picture 12" descr="voron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920" y="2238375"/>
            <a:ext cx="1896159" cy="18478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43875" y="1771650"/>
            <a:ext cx="3619500" cy="244792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6750" y="1866899"/>
            <a:ext cx="333375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6C9B"/>
                </a:solidFill>
                <a:latin typeface="Microsoft YaHei"/>
                <a:ea typeface="Microsoft YaHei"/>
              </a:rPr>
              <a:t>上限 48：实际 22 个基元</a:t>
            </a:r>
          </a:p>
        </p:txBody>
      </p:sp>
      <p:pic>
        <p:nvPicPr>
          <p:cNvPr id="16" name="Picture 15" descr="voron_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545" y="2238375"/>
            <a:ext cx="1896159" cy="18478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8625" y="4362450"/>
            <a:ext cx="5191125" cy="314325"/>
          </a:xfrm>
          <a:prstGeom prst="rect">
            <a:avLst/>
          </a:prstGeom>
          <a:solidFill>
            <a:srgbClr val="E6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975" y="4391025"/>
            <a:ext cx="166687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2243B"/>
                </a:solidFill>
                <a:latin typeface="Microsoft YaHei"/>
                <a:ea typeface="Microsoft YaHei"/>
              </a:rPr>
              <a:t>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6500" y="4391025"/>
            <a:ext cx="166687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2243B"/>
                </a:solidFill>
                <a:latin typeface="Microsoft YaHei"/>
                <a:ea typeface="Microsoft YaHei"/>
              </a:rPr>
              <a:t>上限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0025" y="4391025"/>
            <a:ext cx="1666875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2243B"/>
                </a:solidFill>
                <a:latin typeface="Microsoft YaHei"/>
                <a:ea typeface="Microsoft YaHei"/>
              </a:rPr>
              <a:t>上限 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975" y="477202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最终 IoU 96³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76500" y="477202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0.9367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0025" y="477202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0.9430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975" y="509587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P95 / 对角线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0" y="509587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0.488%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0025" y="509587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0.549%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541972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耗时（分钟）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6500" y="541972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84.8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0025" y="541972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76.0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75" y="574357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估算费用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76500" y="574357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$6.69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0025" y="5743575"/>
            <a:ext cx="171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12243B"/>
                </a:solidFill>
                <a:latin typeface="Microsoft YaHei"/>
                <a:ea typeface="Microsoft YaHei"/>
              </a:rPr>
              <a:t>$6.05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3125" y="4429125"/>
            <a:ext cx="5638800" cy="17621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65424"/>
                </a:solidFill>
                <a:latin typeface="Microsoft YaHei"/>
                <a:ea typeface="Microsoft YaHei"/>
              </a:rPr>
              <a:t>IoU 仅增加 0.0063，P95 略变差</a:t>
            </a:r>
          </a:p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65424"/>
                </a:solidFill>
                <a:latin typeface="Microsoft YaHei"/>
                <a:ea typeface="Microsoft YaHei"/>
              </a:rPr>
              <a:t>可见缺陷：漏孔、圆角与连接处近似</a:t>
            </a:r>
          </a:p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65424"/>
                </a:solidFill>
                <a:latin typeface="Microsoft YaHei"/>
                <a:ea typeface="Microsoft YaHei"/>
              </a:rPr>
              <a:t>实际 22 个基元仍低于原上限 24</a:t>
            </a:r>
          </a:p>
          <a:p>
            <a:pPr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B65424"/>
                </a:solidFill>
                <a:latin typeface="Microsoft YaHei"/>
                <a:ea typeface="Microsoft YaHei"/>
              </a:rPr>
              <a:t>不能把两轮变化直接归因于容量增加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8625" y="238125"/>
            <a:ext cx="1095375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7F78"/>
                </a:solidFill>
                <a:latin typeface="Microsoft YaHei"/>
                <a:ea typeface="Microsoft YaHei"/>
              </a:rPr>
              <a:t>RSI × MESH2CAD   /   未来计划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628650"/>
            <a:ext cx="1133475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4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243B"/>
                </a:solidFill>
                <a:latin typeface="Microsoft YaHei"/>
                <a:ea typeface="Microsoft YaHei"/>
              </a:rPr>
              <a:t>下一步：让验证反馈真正约束功能性细节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" y="1200150"/>
            <a:ext cx="112395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</a:rPr>
              <a:t>以下为待实施方案，当前已暂停新实验；不将计划写成已取得的结果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8625" y="6534150"/>
            <a:ext cx="10668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536477"/>
                </a:solidFill>
                <a:latin typeface="Microsoft YaHei"/>
                <a:ea typeface="Microsoft YaHei"/>
              </a:rPr>
              <a:t>阶段性研究汇报  ·  2026.10.10  ·  数值来自本地实验，非标准榜单成绩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9500" y="6515100"/>
            <a:ext cx="5715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176C9B"/>
                </a:solidFill>
                <a:latin typeface="Microsoft YaHei"/>
                <a:ea typeface="Microsoft YaHei"/>
              </a:rPr>
              <a:t>06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" y="1828800"/>
            <a:ext cx="5524500" cy="1638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" y="1952624"/>
            <a:ext cx="495299" cy="390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07F78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1990725"/>
            <a:ext cx="4572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C9B"/>
                </a:solidFill>
                <a:latin typeface="Microsoft YaHei"/>
                <a:ea typeface="Microsoft YaHei"/>
              </a:rPr>
              <a:t>统一验证与最终口径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" y="2457450"/>
            <a:ext cx="5181600" cy="942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修复写死的 64³ 验证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采用多分辨率 / 偏移采样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分别记录工作 PASS 与最终达标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875" y="1828800"/>
            <a:ext cx="5524500" cy="1638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52624"/>
            <a:ext cx="495299" cy="390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07F7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875" y="1990725"/>
            <a:ext cx="4572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C9B"/>
                </a:solidFill>
                <a:latin typeface="Microsoft YaHei"/>
                <a:ea typeface="Microsoft YaHei"/>
              </a:rPr>
              <a:t>从整体误差到局部缺陷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457450"/>
            <a:ext cx="5181600" cy="942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检测孔洞、连通性和截面差异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定位缺失 / 多余材料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用实体图与剖面辅助反馈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625" y="3638550"/>
            <a:ext cx="5524500" cy="1638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550" y="3762374"/>
            <a:ext cx="495299" cy="390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07F78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3800475"/>
            <a:ext cx="4572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C9B"/>
                </a:solidFill>
                <a:latin typeface="Microsoft YaHei"/>
                <a:ea typeface="Microsoft YaHei"/>
              </a:rPr>
              <a:t>增强表达与针对性课程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4267200"/>
            <a:ext cx="5181600" cy="942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探索圆角基元与平滑连接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围绕未通过的细节补学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保留最佳候选，避免修改退化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8875" y="3638550"/>
            <a:ext cx="5524500" cy="16383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62374"/>
            <a:ext cx="495299" cy="3905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007F78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0875" y="3800475"/>
            <a:ext cx="4572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C9B"/>
                </a:solidFill>
                <a:latin typeface="Microsoft YaHei"/>
                <a:ea typeface="Microsoft YaHei"/>
              </a:rPr>
              <a:t>验证 RSI 的实际收益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900" y="4267200"/>
            <a:ext cx="5181600" cy="942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同表示 / 同预算：有无 RSI 对照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BRS、DRS、记忆消融与重复运行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2243B"/>
                </a:solidFill>
                <a:latin typeface="Microsoft YaHei"/>
                <a:ea typeface="Microsoft YaHei"/>
              </a:rPr>
              <a:t>同时报告精度、成功率和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625" y="5495925"/>
            <a:ext cx="11334750" cy="447675"/>
          </a:xfrm>
          <a:prstGeom prst="roundRect">
            <a:avLst/>
          </a:prstGeom>
          <a:solidFill>
            <a:srgbClr val="00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550" y="5581650"/>
            <a:ext cx="110490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已完成三次实验：19.40M token，模型费用合计估算 $45.26；后续运行另行启动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150" y="6067425"/>
            <a:ext cx="11239500" cy="333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477"/>
                </a:solidFill>
                <a:latin typeface="Microsoft YaHei"/>
                <a:ea typeface="Microsoft YaHei"/>
              </a:rPr>
              <a:t>费用为公开标准价估算，非网关账单；不含机器费用及未返回用量的失败请求。[价格来源见备注]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RSI 的 Mesh2CAD：阶段性汇报</dc:title>
  <dc:subject>问题定义、相关工作、方法流程、实验结果与未来计划</dc:subject>
  <dc:creator>Mesh2CAD 项目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